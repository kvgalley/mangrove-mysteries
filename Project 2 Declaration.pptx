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
  </p:notesMasterIdLst>
  <p:sldIdLst>
    <p:sldId id="256" r:id="rId3"/>
  </p:sldIdLst>
  <p:sldSz cx="9144000" cy="5143500" type="screen16x9"/>
  <p:notesSz cx="6858000" cy="9144000"/>
  <p:embeddedFontLst>
    <p:embeddedFont>
      <p:font typeface="Maven Pro" pitchFamily="2" charset="77"/>
      <p:regular r:id="rId5"/>
      <p:bold r:id="rId6"/>
    </p:embeddedFont>
    <p:embeddedFont>
      <p:font typeface="Nunito" pitchFamily="2" charset="77"/>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0"/>
    <p:restoredTop sz="94694"/>
  </p:normalViewPr>
  <p:slideViewPr>
    <p:cSldViewPr snapToGrid="0">
      <p:cViewPr varScale="1">
        <p:scale>
          <a:sx n="161" d="100"/>
          <a:sy n="161" d="100"/>
        </p:scale>
        <p:origin x="74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font" Target="fonts/font3.fntdata"/><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presProps" Target="presProps.xml"/><Relationship Id="rId5" Type="http://schemas.openxmlformats.org/officeDocument/2006/relationships/font" Target="fonts/font1.fntdata"/><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dd0601584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dd0601584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7343003" y="3409675"/>
            <a:ext cx="1691422" cy="1732548"/>
            <a:chOff x="7343003" y="3409675"/>
            <a:chExt cx="1691422" cy="1732548"/>
          </a:xfrm>
        </p:grpSpPr>
        <p:grpSp>
          <p:nvGrpSpPr>
            <p:cNvPr id="56" name="Google Shape;56;p14"/>
            <p:cNvGrpSpPr/>
            <p:nvPr/>
          </p:nvGrpSpPr>
          <p:grpSpPr>
            <a:xfrm>
              <a:off x="7343003" y="4453711"/>
              <a:ext cx="316800" cy="688513"/>
              <a:chOff x="7343003" y="4453711"/>
              <a:chExt cx="316800" cy="688513"/>
            </a:xfrm>
          </p:grpSpPr>
          <p:sp>
            <p:nvSpPr>
              <p:cNvPr id="57" name="Google Shape;57;p14"/>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4"/>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14"/>
            <p:cNvGrpSpPr/>
            <p:nvPr/>
          </p:nvGrpSpPr>
          <p:grpSpPr>
            <a:xfrm>
              <a:off x="7801210" y="4105700"/>
              <a:ext cx="316800" cy="1036523"/>
              <a:chOff x="7801210" y="4105700"/>
              <a:chExt cx="316800" cy="1036523"/>
            </a:xfrm>
          </p:grpSpPr>
          <p:sp>
            <p:nvSpPr>
              <p:cNvPr id="60" name="Google Shape;60;p14"/>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4"/>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4"/>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14"/>
            <p:cNvGrpSpPr/>
            <p:nvPr/>
          </p:nvGrpSpPr>
          <p:grpSpPr>
            <a:xfrm>
              <a:off x="8259418" y="3757688"/>
              <a:ext cx="316800" cy="1384535"/>
              <a:chOff x="8259418" y="3757688"/>
              <a:chExt cx="316800" cy="1384535"/>
            </a:xfrm>
          </p:grpSpPr>
          <p:sp>
            <p:nvSpPr>
              <p:cNvPr id="64" name="Google Shape;64;p14"/>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4"/>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4"/>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4"/>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 name="Google Shape;68;p14"/>
            <p:cNvGrpSpPr/>
            <p:nvPr/>
          </p:nvGrpSpPr>
          <p:grpSpPr>
            <a:xfrm>
              <a:off x="8717625" y="3409675"/>
              <a:ext cx="316800" cy="1732548"/>
              <a:chOff x="8717625" y="3409675"/>
              <a:chExt cx="316800" cy="1732548"/>
            </a:xfrm>
          </p:grpSpPr>
          <p:sp>
            <p:nvSpPr>
              <p:cNvPr id="69" name="Google Shape;69;p14"/>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4"/>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4"/>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4"/>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4"/>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 name="Google Shape;74;p14"/>
          <p:cNvGrpSpPr/>
          <p:nvPr/>
        </p:nvGrpSpPr>
        <p:grpSpPr>
          <a:xfrm>
            <a:off x="5043503" y="0"/>
            <a:ext cx="3814072" cy="3839102"/>
            <a:chOff x="5043503" y="0"/>
            <a:chExt cx="3814072" cy="3839102"/>
          </a:xfrm>
        </p:grpSpPr>
        <p:sp>
          <p:nvSpPr>
            <p:cNvPr id="75" name="Google Shape;75;p14"/>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 name="Google Shape;77;p14"/>
            <p:cNvGrpSpPr/>
            <p:nvPr/>
          </p:nvGrpSpPr>
          <p:grpSpPr>
            <a:xfrm>
              <a:off x="7647812" y="2704283"/>
              <a:ext cx="635219" cy="635219"/>
              <a:chOff x="6725724" y="2701260"/>
              <a:chExt cx="1208101" cy="1208100"/>
            </a:xfrm>
          </p:grpSpPr>
          <p:sp>
            <p:nvSpPr>
              <p:cNvPr id="78" name="Google Shape;78;p14"/>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4"/>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14"/>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14"/>
            <p:cNvGrpSpPr/>
            <p:nvPr/>
          </p:nvGrpSpPr>
          <p:grpSpPr>
            <a:xfrm>
              <a:off x="7952720" y="179238"/>
              <a:ext cx="873165" cy="873003"/>
              <a:chOff x="7754428" y="208725"/>
              <a:chExt cx="541800" cy="541800"/>
            </a:xfrm>
          </p:grpSpPr>
          <p:sp>
            <p:nvSpPr>
              <p:cNvPr id="83" name="Google Shape;83;p14"/>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4"/>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 name="Google Shape;85;p14"/>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14"/>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92" name="Google Shape;92;p14"/>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93" name="Google Shape;93;p1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94"/>
        <p:cNvGrpSpPr/>
        <p:nvPr/>
      </p:nvGrpSpPr>
      <p:grpSpPr>
        <a:xfrm>
          <a:off x="0" y="0"/>
          <a:ext cx="0" cy="0"/>
          <a:chOff x="0" y="0"/>
          <a:chExt cx="0" cy="0"/>
        </a:xfrm>
      </p:grpSpPr>
      <p:grpSp>
        <p:nvGrpSpPr>
          <p:cNvPr id="95" name="Google Shape;95;p15"/>
          <p:cNvGrpSpPr/>
          <p:nvPr/>
        </p:nvGrpSpPr>
        <p:grpSpPr>
          <a:xfrm>
            <a:off x="146769" y="3406"/>
            <a:ext cx="1233215" cy="1384535"/>
            <a:chOff x="146769" y="3406"/>
            <a:chExt cx="1233215" cy="1384535"/>
          </a:xfrm>
        </p:grpSpPr>
        <p:grpSp>
          <p:nvGrpSpPr>
            <p:cNvPr id="96" name="Google Shape;96;p15"/>
            <p:cNvGrpSpPr/>
            <p:nvPr/>
          </p:nvGrpSpPr>
          <p:grpSpPr>
            <a:xfrm>
              <a:off x="1063183" y="3406"/>
              <a:ext cx="316800" cy="688513"/>
              <a:chOff x="1063183" y="3406"/>
              <a:chExt cx="316800" cy="688513"/>
            </a:xfrm>
          </p:grpSpPr>
          <p:sp>
            <p:nvSpPr>
              <p:cNvPr id="97" name="Google Shape;97;p15"/>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15"/>
            <p:cNvGrpSpPr/>
            <p:nvPr/>
          </p:nvGrpSpPr>
          <p:grpSpPr>
            <a:xfrm>
              <a:off x="604976" y="3406"/>
              <a:ext cx="316800" cy="1036524"/>
              <a:chOff x="604976" y="3406"/>
              <a:chExt cx="316800" cy="1036524"/>
            </a:xfrm>
          </p:grpSpPr>
          <p:sp>
            <p:nvSpPr>
              <p:cNvPr id="100" name="Google Shape;100;p15"/>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p:cNvGrpSpPr/>
            <p:nvPr/>
          </p:nvGrpSpPr>
          <p:grpSpPr>
            <a:xfrm>
              <a:off x="146769" y="3406"/>
              <a:ext cx="316800" cy="1384535"/>
              <a:chOff x="146769" y="3406"/>
              <a:chExt cx="316800" cy="1384535"/>
            </a:xfrm>
          </p:grpSpPr>
          <p:sp>
            <p:nvSpPr>
              <p:cNvPr id="104" name="Google Shape;104;p15"/>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 name="Google Shape;108;p15"/>
          <p:cNvGrpSpPr/>
          <p:nvPr/>
        </p:nvGrpSpPr>
        <p:grpSpPr>
          <a:xfrm>
            <a:off x="6775084" y="2904008"/>
            <a:ext cx="2186148" cy="2239500"/>
            <a:chOff x="6775084" y="2904008"/>
            <a:chExt cx="2186148" cy="2239500"/>
          </a:xfrm>
        </p:grpSpPr>
        <p:grpSp>
          <p:nvGrpSpPr>
            <p:cNvPr id="109" name="Google Shape;109;p15"/>
            <p:cNvGrpSpPr/>
            <p:nvPr/>
          </p:nvGrpSpPr>
          <p:grpSpPr>
            <a:xfrm>
              <a:off x="6775084" y="4253708"/>
              <a:ext cx="409500" cy="889800"/>
              <a:chOff x="6775084" y="4253708"/>
              <a:chExt cx="409500" cy="889800"/>
            </a:xfrm>
          </p:grpSpPr>
          <p:sp>
            <p:nvSpPr>
              <p:cNvPr id="110" name="Google Shape;110;p15"/>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15"/>
            <p:cNvGrpSpPr/>
            <p:nvPr/>
          </p:nvGrpSpPr>
          <p:grpSpPr>
            <a:xfrm>
              <a:off x="7367299" y="3804008"/>
              <a:ext cx="409500" cy="1339500"/>
              <a:chOff x="7367299" y="3804008"/>
              <a:chExt cx="409500" cy="1339500"/>
            </a:xfrm>
          </p:grpSpPr>
          <p:sp>
            <p:nvSpPr>
              <p:cNvPr id="113" name="Google Shape;113;p15"/>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15"/>
            <p:cNvGrpSpPr/>
            <p:nvPr/>
          </p:nvGrpSpPr>
          <p:grpSpPr>
            <a:xfrm>
              <a:off x="7959516" y="3354008"/>
              <a:ext cx="409500" cy="1789500"/>
              <a:chOff x="7959516" y="3354008"/>
              <a:chExt cx="409500" cy="1789500"/>
            </a:xfrm>
          </p:grpSpPr>
          <p:sp>
            <p:nvSpPr>
              <p:cNvPr id="117" name="Google Shape;117;p15"/>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15"/>
            <p:cNvGrpSpPr/>
            <p:nvPr/>
          </p:nvGrpSpPr>
          <p:grpSpPr>
            <a:xfrm>
              <a:off x="8551731" y="2904008"/>
              <a:ext cx="409500" cy="2239500"/>
              <a:chOff x="8551731" y="2904008"/>
              <a:chExt cx="409500" cy="2239500"/>
            </a:xfrm>
          </p:grpSpPr>
          <p:sp>
            <p:nvSpPr>
              <p:cNvPr id="122" name="Google Shape;122;p15"/>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7" name="Google Shape;127;p15"/>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28" name="Google Shape;128;p1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9"/>
        <p:cNvGrpSpPr/>
        <p:nvPr/>
      </p:nvGrpSpPr>
      <p:grpSpPr>
        <a:xfrm>
          <a:off x="0" y="0"/>
          <a:ext cx="0" cy="0"/>
          <a:chOff x="0" y="0"/>
          <a:chExt cx="0" cy="0"/>
        </a:xfrm>
      </p:grpSpPr>
      <p:grpSp>
        <p:nvGrpSpPr>
          <p:cNvPr id="130" name="Google Shape;130;p16"/>
          <p:cNvGrpSpPr/>
          <p:nvPr/>
        </p:nvGrpSpPr>
        <p:grpSpPr>
          <a:xfrm>
            <a:off x="625966" y="299376"/>
            <a:ext cx="999312" cy="999312"/>
            <a:chOff x="348199" y="179450"/>
            <a:chExt cx="1116300" cy="1116300"/>
          </a:xfrm>
        </p:grpSpPr>
        <p:sp>
          <p:nvSpPr>
            <p:cNvPr id="131" name="Google Shape;131;p1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 name="Google Shape;133;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4" name="Google Shape;134;p16"/>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35" name="Google Shape;135;p1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6"/>
        <p:cNvGrpSpPr/>
        <p:nvPr/>
      </p:nvGrpSpPr>
      <p:grpSpPr>
        <a:xfrm>
          <a:off x="0" y="0"/>
          <a:ext cx="0" cy="0"/>
          <a:chOff x="0" y="0"/>
          <a:chExt cx="0" cy="0"/>
        </a:xfrm>
      </p:grpSpPr>
      <p:grpSp>
        <p:nvGrpSpPr>
          <p:cNvPr id="137" name="Google Shape;137;p17"/>
          <p:cNvGrpSpPr/>
          <p:nvPr/>
        </p:nvGrpSpPr>
        <p:grpSpPr>
          <a:xfrm>
            <a:off x="625966" y="299376"/>
            <a:ext cx="999312" cy="999312"/>
            <a:chOff x="348199" y="179450"/>
            <a:chExt cx="1116300" cy="1116300"/>
          </a:xfrm>
        </p:grpSpPr>
        <p:sp>
          <p:nvSpPr>
            <p:cNvPr id="138" name="Google Shape;138;p1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1" name="Google Shape;141;p17"/>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42" name="Google Shape;142;p17"/>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43" name="Google Shape;143;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4"/>
        <p:cNvGrpSpPr/>
        <p:nvPr/>
      </p:nvGrpSpPr>
      <p:grpSpPr>
        <a:xfrm>
          <a:off x="0" y="0"/>
          <a:ext cx="0" cy="0"/>
          <a:chOff x="0" y="0"/>
          <a:chExt cx="0" cy="0"/>
        </a:xfrm>
      </p:grpSpPr>
      <p:grpSp>
        <p:nvGrpSpPr>
          <p:cNvPr id="145" name="Google Shape;145;p18"/>
          <p:cNvGrpSpPr/>
          <p:nvPr/>
        </p:nvGrpSpPr>
        <p:grpSpPr>
          <a:xfrm>
            <a:off x="625966" y="299376"/>
            <a:ext cx="999312" cy="999312"/>
            <a:chOff x="348199" y="179450"/>
            <a:chExt cx="1116300" cy="1116300"/>
          </a:xfrm>
        </p:grpSpPr>
        <p:sp>
          <p:nvSpPr>
            <p:cNvPr id="146" name="Google Shape;146;p18"/>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8"/>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9" name="Google Shape;149;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grpSp>
        <p:nvGrpSpPr>
          <p:cNvPr id="151" name="Google Shape;151;p19"/>
          <p:cNvGrpSpPr/>
          <p:nvPr/>
        </p:nvGrpSpPr>
        <p:grpSpPr>
          <a:xfrm>
            <a:off x="625966" y="299376"/>
            <a:ext cx="999312" cy="999312"/>
            <a:chOff x="348199" y="179450"/>
            <a:chExt cx="1116300" cy="1116300"/>
          </a:xfrm>
        </p:grpSpPr>
        <p:sp>
          <p:nvSpPr>
            <p:cNvPr id="152" name="Google Shape;152;p1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9"/>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5" name="Google Shape;155;p19"/>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56" name="Google Shape;156;p1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57"/>
        <p:cNvGrpSpPr/>
        <p:nvPr/>
      </p:nvGrpSpPr>
      <p:grpSpPr>
        <a:xfrm>
          <a:off x="0" y="0"/>
          <a:ext cx="0" cy="0"/>
          <a:chOff x="0" y="0"/>
          <a:chExt cx="0" cy="0"/>
        </a:xfrm>
      </p:grpSpPr>
      <p:grpSp>
        <p:nvGrpSpPr>
          <p:cNvPr id="158" name="Google Shape;158;p20"/>
          <p:cNvGrpSpPr/>
          <p:nvPr/>
        </p:nvGrpSpPr>
        <p:grpSpPr>
          <a:xfrm>
            <a:off x="6866714" y="1306"/>
            <a:ext cx="2267451" cy="2601690"/>
            <a:chOff x="6790514" y="1306"/>
            <a:chExt cx="2267451" cy="2601690"/>
          </a:xfrm>
        </p:grpSpPr>
        <p:grpSp>
          <p:nvGrpSpPr>
            <p:cNvPr id="159" name="Google Shape;159;p20"/>
            <p:cNvGrpSpPr/>
            <p:nvPr/>
          </p:nvGrpSpPr>
          <p:grpSpPr>
            <a:xfrm>
              <a:off x="7067465" y="1306"/>
              <a:ext cx="1990500" cy="1990200"/>
              <a:chOff x="7067465" y="1306"/>
              <a:chExt cx="1990500" cy="1990200"/>
            </a:xfrm>
          </p:grpSpPr>
          <p:sp>
            <p:nvSpPr>
              <p:cNvPr id="160" name="Google Shape;160;p20"/>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0"/>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0"/>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20"/>
            <p:cNvGrpSpPr/>
            <p:nvPr/>
          </p:nvGrpSpPr>
          <p:grpSpPr>
            <a:xfrm>
              <a:off x="8207126" y="1807996"/>
              <a:ext cx="795000" cy="795000"/>
              <a:chOff x="8207126" y="1807996"/>
              <a:chExt cx="795000" cy="795000"/>
            </a:xfrm>
          </p:grpSpPr>
          <p:sp>
            <p:nvSpPr>
              <p:cNvPr id="164" name="Google Shape;164;p20"/>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0"/>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0"/>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 name="Google Shape;167;p20"/>
            <p:cNvGrpSpPr/>
            <p:nvPr/>
          </p:nvGrpSpPr>
          <p:grpSpPr>
            <a:xfrm>
              <a:off x="6790514" y="118857"/>
              <a:ext cx="548700" cy="548700"/>
              <a:chOff x="6790514" y="118857"/>
              <a:chExt cx="548700" cy="548700"/>
            </a:xfrm>
          </p:grpSpPr>
          <p:sp>
            <p:nvSpPr>
              <p:cNvPr id="168" name="Google Shape;168;p20"/>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0"/>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0" name="Google Shape;170;p20"/>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71" name="Google Shape;171;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2"/>
        <p:cNvGrpSpPr/>
        <p:nvPr/>
      </p:nvGrpSpPr>
      <p:grpSpPr>
        <a:xfrm>
          <a:off x="0" y="0"/>
          <a:ext cx="0" cy="0"/>
          <a:chOff x="0" y="0"/>
          <a:chExt cx="0" cy="0"/>
        </a:xfrm>
      </p:grpSpPr>
      <p:grpSp>
        <p:nvGrpSpPr>
          <p:cNvPr id="173" name="Google Shape;173;p21"/>
          <p:cNvGrpSpPr/>
          <p:nvPr/>
        </p:nvGrpSpPr>
        <p:grpSpPr>
          <a:xfrm>
            <a:off x="625966" y="299376"/>
            <a:ext cx="999312" cy="999312"/>
            <a:chOff x="348199" y="179450"/>
            <a:chExt cx="1116300" cy="1116300"/>
          </a:xfrm>
        </p:grpSpPr>
        <p:sp>
          <p:nvSpPr>
            <p:cNvPr id="174" name="Google Shape;174;p21"/>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1"/>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 name="Google Shape;176;p21"/>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7" name="Google Shape;177;p21"/>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78" name="Google Shape;178;p21"/>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79" name="Google Shape;179;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0"/>
        <p:cNvGrpSpPr/>
        <p:nvPr/>
      </p:nvGrpSpPr>
      <p:grpSpPr>
        <a:xfrm>
          <a:off x="0" y="0"/>
          <a:ext cx="0" cy="0"/>
          <a:chOff x="0" y="0"/>
          <a:chExt cx="0" cy="0"/>
        </a:xfrm>
      </p:grpSpPr>
      <p:grpSp>
        <p:nvGrpSpPr>
          <p:cNvPr id="181" name="Google Shape;181;p22"/>
          <p:cNvGrpSpPr/>
          <p:nvPr/>
        </p:nvGrpSpPr>
        <p:grpSpPr>
          <a:xfrm>
            <a:off x="713373" y="3847119"/>
            <a:ext cx="825392" cy="825392"/>
            <a:chOff x="348199" y="179450"/>
            <a:chExt cx="1116300" cy="1116300"/>
          </a:xfrm>
        </p:grpSpPr>
        <p:sp>
          <p:nvSpPr>
            <p:cNvPr id="182" name="Google Shape;182;p22"/>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2"/>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22"/>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rtl="0">
              <a:lnSpc>
                <a:spcPct val="100000"/>
              </a:lnSpc>
              <a:spcBef>
                <a:spcPts val="0"/>
              </a:spcBef>
              <a:spcAft>
                <a:spcPts val="0"/>
              </a:spcAft>
              <a:buSzPts val="1300"/>
              <a:buNone/>
              <a:defRPr/>
            </a:lvl1pPr>
          </a:lstStyle>
          <a:p>
            <a:endParaRPr/>
          </a:p>
        </p:txBody>
      </p:sp>
      <p:sp>
        <p:nvSpPr>
          <p:cNvPr id="185" name="Google Shape;185;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86"/>
        <p:cNvGrpSpPr/>
        <p:nvPr/>
      </p:nvGrpSpPr>
      <p:grpSpPr>
        <a:xfrm>
          <a:off x="0" y="0"/>
          <a:ext cx="0" cy="0"/>
          <a:chOff x="0" y="0"/>
          <a:chExt cx="0" cy="0"/>
        </a:xfrm>
      </p:grpSpPr>
      <p:grpSp>
        <p:nvGrpSpPr>
          <p:cNvPr id="187" name="Google Shape;187;p23"/>
          <p:cNvGrpSpPr/>
          <p:nvPr/>
        </p:nvGrpSpPr>
        <p:grpSpPr>
          <a:xfrm>
            <a:off x="52" y="4099200"/>
            <a:ext cx="9144036" cy="1044300"/>
            <a:chOff x="52" y="4099200"/>
            <a:chExt cx="9144036" cy="1044300"/>
          </a:xfrm>
        </p:grpSpPr>
        <p:grpSp>
          <p:nvGrpSpPr>
            <p:cNvPr id="188" name="Google Shape;188;p23"/>
            <p:cNvGrpSpPr/>
            <p:nvPr/>
          </p:nvGrpSpPr>
          <p:grpSpPr>
            <a:xfrm>
              <a:off x="52" y="4309200"/>
              <a:ext cx="231622" cy="834300"/>
              <a:chOff x="2688737" y="4301380"/>
              <a:chExt cx="231900" cy="834300"/>
            </a:xfrm>
          </p:grpSpPr>
          <p:sp>
            <p:nvSpPr>
              <p:cNvPr id="189" name="Google Shape;189;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3"/>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23"/>
            <p:cNvGrpSpPr/>
            <p:nvPr/>
          </p:nvGrpSpPr>
          <p:grpSpPr>
            <a:xfrm>
              <a:off x="371406" y="4099200"/>
              <a:ext cx="231622" cy="1044300"/>
              <a:chOff x="2688737" y="4091380"/>
              <a:chExt cx="231900" cy="1044300"/>
            </a:xfrm>
          </p:grpSpPr>
          <p:sp>
            <p:nvSpPr>
              <p:cNvPr id="194" name="Google Shape;194;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3"/>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3"/>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23"/>
            <p:cNvGrpSpPr/>
            <p:nvPr/>
          </p:nvGrpSpPr>
          <p:grpSpPr>
            <a:xfrm>
              <a:off x="742761" y="4309200"/>
              <a:ext cx="231622" cy="834300"/>
              <a:chOff x="2688737" y="4301380"/>
              <a:chExt cx="231900" cy="834300"/>
            </a:xfrm>
          </p:grpSpPr>
          <p:sp>
            <p:nvSpPr>
              <p:cNvPr id="200" name="Google Shape;200;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3"/>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 name="Google Shape;204;p23"/>
            <p:cNvGrpSpPr/>
            <p:nvPr/>
          </p:nvGrpSpPr>
          <p:grpSpPr>
            <a:xfrm>
              <a:off x="1114115" y="4518900"/>
              <a:ext cx="231622" cy="624600"/>
              <a:chOff x="2688737" y="4511080"/>
              <a:chExt cx="231900" cy="624600"/>
            </a:xfrm>
          </p:grpSpPr>
          <p:sp>
            <p:nvSpPr>
              <p:cNvPr id="205" name="Google Shape;205;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23"/>
            <p:cNvGrpSpPr/>
            <p:nvPr/>
          </p:nvGrpSpPr>
          <p:grpSpPr>
            <a:xfrm>
              <a:off x="1856753" y="4099200"/>
              <a:ext cx="231600" cy="1044300"/>
              <a:chOff x="1856753" y="4099200"/>
              <a:chExt cx="231600" cy="1044300"/>
            </a:xfrm>
          </p:grpSpPr>
          <p:sp>
            <p:nvSpPr>
              <p:cNvPr id="209" name="Google Shape;209;p23"/>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3"/>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3"/>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3"/>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3"/>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23"/>
            <p:cNvGrpSpPr/>
            <p:nvPr/>
          </p:nvGrpSpPr>
          <p:grpSpPr>
            <a:xfrm>
              <a:off x="2228107" y="4309200"/>
              <a:ext cx="231600" cy="834300"/>
              <a:chOff x="2228107" y="4309200"/>
              <a:chExt cx="231600" cy="834300"/>
            </a:xfrm>
          </p:grpSpPr>
          <p:sp>
            <p:nvSpPr>
              <p:cNvPr id="215" name="Google Shape;215;p23"/>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3"/>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3"/>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3"/>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23"/>
            <p:cNvGrpSpPr/>
            <p:nvPr/>
          </p:nvGrpSpPr>
          <p:grpSpPr>
            <a:xfrm>
              <a:off x="2599462" y="4518900"/>
              <a:ext cx="231600" cy="624600"/>
              <a:chOff x="2599462" y="4518900"/>
              <a:chExt cx="231600" cy="624600"/>
            </a:xfrm>
          </p:grpSpPr>
          <p:sp>
            <p:nvSpPr>
              <p:cNvPr id="220" name="Google Shape;220;p23"/>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3"/>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3"/>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23"/>
            <p:cNvGrpSpPr/>
            <p:nvPr/>
          </p:nvGrpSpPr>
          <p:grpSpPr>
            <a:xfrm>
              <a:off x="3342171" y="4099200"/>
              <a:ext cx="231600" cy="1044300"/>
              <a:chOff x="3342171" y="4099200"/>
              <a:chExt cx="231600" cy="1044300"/>
            </a:xfrm>
          </p:grpSpPr>
          <p:sp>
            <p:nvSpPr>
              <p:cNvPr id="224" name="Google Shape;224;p23"/>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3"/>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3"/>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3"/>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3"/>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23"/>
            <p:cNvGrpSpPr/>
            <p:nvPr/>
          </p:nvGrpSpPr>
          <p:grpSpPr>
            <a:xfrm>
              <a:off x="3713525" y="4309200"/>
              <a:ext cx="231600" cy="834300"/>
              <a:chOff x="3713525" y="4309200"/>
              <a:chExt cx="231600" cy="834300"/>
            </a:xfrm>
          </p:grpSpPr>
          <p:sp>
            <p:nvSpPr>
              <p:cNvPr id="230" name="Google Shape;230;p23"/>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3"/>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3"/>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3"/>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23"/>
            <p:cNvGrpSpPr/>
            <p:nvPr/>
          </p:nvGrpSpPr>
          <p:grpSpPr>
            <a:xfrm>
              <a:off x="1485398" y="4309200"/>
              <a:ext cx="231600" cy="834300"/>
              <a:chOff x="1485398" y="4309200"/>
              <a:chExt cx="231600" cy="834300"/>
            </a:xfrm>
          </p:grpSpPr>
          <p:sp>
            <p:nvSpPr>
              <p:cNvPr id="235" name="Google Shape;235;p23"/>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3"/>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3"/>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3"/>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23"/>
            <p:cNvGrpSpPr/>
            <p:nvPr/>
          </p:nvGrpSpPr>
          <p:grpSpPr>
            <a:xfrm>
              <a:off x="4084879" y="4518900"/>
              <a:ext cx="231600" cy="624600"/>
              <a:chOff x="4084879" y="4518900"/>
              <a:chExt cx="231600" cy="624600"/>
            </a:xfrm>
          </p:grpSpPr>
          <p:sp>
            <p:nvSpPr>
              <p:cNvPr id="240" name="Google Shape;240;p23"/>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3"/>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3"/>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23"/>
            <p:cNvGrpSpPr/>
            <p:nvPr/>
          </p:nvGrpSpPr>
          <p:grpSpPr>
            <a:xfrm>
              <a:off x="2970816" y="4309200"/>
              <a:ext cx="231600" cy="834300"/>
              <a:chOff x="2970816" y="4309200"/>
              <a:chExt cx="231600" cy="834300"/>
            </a:xfrm>
          </p:grpSpPr>
          <p:sp>
            <p:nvSpPr>
              <p:cNvPr id="244" name="Google Shape;244;p23"/>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3"/>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3"/>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3"/>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23"/>
            <p:cNvGrpSpPr/>
            <p:nvPr/>
          </p:nvGrpSpPr>
          <p:grpSpPr>
            <a:xfrm>
              <a:off x="4456234" y="4309200"/>
              <a:ext cx="231600" cy="834300"/>
              <a:chOff x="4456234" y="4309200"/>
              <a:chExt cx="231600" cy="834300"/>
            </a:xfrm>
          </p:grpSpPr>
          <p:sp>
            <p:nvSpPr>
              <p:cNvPr id="249" name="Google Shape;249;p23"/>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3"/>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3"/>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3"/>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23"/>
            <p:cNvGrpSpPr/>
            <p:nvPr/>
          </p:nvGrpSpPr>
          <p:grpSpPr>
            <a:xfrm>
              <a:off x="4827588" y="4099200"/>
              <a:ext cx="231600" cy="1044300"/>
              <a:chOff x="4827588" y="4099200"/>
              <a:chExt cx="231600" cy="1044300"/>
            </a:xfrm>
          </p:grpSpPr>
          <p:sp>
            <p:nvSpPr>
              <p:cNvPr id="254" name="Google Shape;254;p23"/>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3"/>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3"/>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3"/>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3"/>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23"/>
            <p:cNvGrpSpPr/>
            <p:nvPr/>
          </p:nvGrpSpPr>
          <p:grpSpPr>
            <a:xfrm>
              <a:off x="5198943" y="4309200"/>
              <a:ext cx="231600" cy="834300"/>
              <a:chOff x="5198943" y="4309200"/>
              <a:chExt cx="231600" cy="834300"/>
            </a:xfrm>
          </p:grpSpPr>
          <p:sp>
            <p:nvSpPr>
              <p:cNvPr id="260" name="Google Shape;260;p23"/>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3"/>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3"/>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3"/>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23"/>
            <p:cNvGrpSpPr/>
            <p:nvPr/>
          </p:nvGrpSpPr>
          <p:grpSpPr>
            <a:xfrm>
              <a:off x="5570297" y="4518900"/>
              <a:ext cx="231600" cy="624600"/>
              <a:chOff x="5570297" y="4518900"/>
              <a:chExt cx="231600" cy="624600"/>
            </a:xfrm>
          </p:grpSpPr>
          <p:sp>
            <p:nvSpPr>
              <p:cNvPr id="265" name="Google Shape;265;p23"/>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3"/>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3"/>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 name="Google Shape;268;p23"/>
            <p:cNvGrpSpPr/>
            <p:nvPr/>
          </p:nvGrpSpPr>
          <p:grpSpPr>
            <a:xfrm>
              <a:off x="5941652" y="4309200"/>
              <a:ext cx="231600" cy="834300"/>
              <a:chOff x="5941652" y="4309200"/>
              <a:chExt cx="231600" cy="834300"/>
            </a:xfrm>
          </p:grpSpPr>
          <p:sp>
            <p:nvSpPr>
              <p:cNvPr id="269" name="Google Shape;269;p23"/>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3"/>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3"/>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3"/>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23"/>
            <p:cNvGrpSpPr/>
            <p:nvPr/>
          </p:nvGrpSpPr>
          <p:grpSpPr>
            <a:xfrm>
              <a:off x="6313006" y="4099200"/>
              <a:ext cx="231600" cy="1044300"/>
              <a:chOff x="6313006" y="4099200"/>
              <a:chExt cx="231600" cy="1044300"/>
            </a:xfrm>
          </p:grpSpPr>
          <p:sp>
            <p:nvSpPr>
              <p:cNvPr id="274" name="Google Shape;274;p23"/>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3"/>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3"/>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3"/>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3"/>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 name="Google Shape;279;p23"/>
            <p:cNvGrpSpPr/>
            <p:nvPr/>
          </p:nvGrpSpPr>
          <p:grpSpPr>
            <a:xfrm>
              <a:off x="6684361" y="4309200"/>
              <a:ext cx="231600" cy="834300"/>
              <a:chOff x="6684361" y="4309200"/>
              <a:chExt cx="231600" cy="834300"/>
            </a:xfrm>
          </p:grpSpPr>
          <p:sp>
            <p:nvSpPr>
              <p:cNvPr id="280" name="Google Shape;280;p23"/>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3"/>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3"/>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3"/>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 name="Google Shape;284;p23"/>
            <p:cNvGrpSpPr/>
            <p:nvPr/>
          </p:nvGrpSpPr>
          <p:grpSpPr>
            <a:xfrm>
              <a:off x="7055715" y="4518900"/>
              <a:ext cx="231600" cy="624600"/>
              <a:chOff x="7055715" y="4518900"/>
              <a:chExt cx="231600" cy="624600"/>
            </a:xfrm>
          </p:grpSpPr>
          <p:sp>
            <p:nvSpPr>
              <p:cNvPr id="285" name="Google Shape;285;p23"/>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3"/>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3"/>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 name="Google Shape;288;p23"/>
            <p:cNvGrpSpPr/>
            <p:nvPr/>
          </p:nvGrpSpPr>
          <p:grpSpPr>
            <a:xfrm>
              <a:off x="7798424" y="4099200"/>
              <a:ext cx="231600" cy="1044300"/>
              <a:chOff x="7798424" y="4099200"/>
              <a:chExt cx="231600" cy="1044300"/>
            </a:xfrm>
          </p:grpSpPr>
          <p:sp>
            <p:nvSpPr>
              <p:cNvPr id="289" name="Google Shape;289;p23"/>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3"/>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3"/>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3"/>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3"/>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294;p23"/>
            <p:cNvGrpSpPr/>
            <p:nvPr/>
          </p:nvGrpSpPr>
          <p:grpSpPr>
            <a:xfrm>
              <a:off x="8169779" y="4309200"/>
              <a:ext cx="231600" cy="834300"/>
              <a:chOff x="8169779" y="4309200"/>
              <a:chExt cx="231600" cy="834300"/>
            </a:xfrm>
          </p:grpSpPr>
          <p:sp>
            <p:nvSpPr>
              <p:cNvPr id="295" name="Google Shape;295;p23"/>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3"/>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3"/>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3"/>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23"/>
            <p:cNvGrpSpPr/>
            <p:nvPr/>
          </p:nvGrpSpPr>
          <p:grpSpPr>
            <a:xfrm>
              <a:off x="7427070" y="4309200"/>
              <a:ext cx="231600" cy="834300"/>
              <a:chOff x="7427070" y="4309200"/>
              <a:chExt cx="231600" cy="834300"/>
            </a:xfrm>
          </p:grpSpPr>
          <p:sp>
            <p:nvSpPr>
              <p:cNvPr id="300" name="Google Shape;300;p23"/>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3"/>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3"/>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3"/>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23"/>
            <p:cNvGrpSpPr/>
            <p:nvPr/>
          </p:nvGrpSpPr>
          <p:grpSpPr>
            <a:xfrm>
              <a:off x="8541133" y="4518900"/>
              <a:ext cx="231600" cy="624600"/>
              <a:chOff x="8541133" y="4518900"/>
              <a:chExt cx="231600" cy="624600"/>
            </a:xfrm>
          </p:grpSpPr>
          <p:sp>
            <p:nvSpPr>
              <p:cNvPr id="305" name="Google Shape;305;p23"/>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3"/>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3"/>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23"/>
            <p:cNvGrpSpPr/>
            <p:nvPr/>
          </p:nvGrpSpPr>
          <p:grpSpPr>
            <a:xfrm>
              <a:off x="8912488" y="4309200"/>
              <a:ext cx="231600" cy="834300"/>
              <a:chOff x="8912488" y="4309200"/>
              <a:chExt cx="231600" cy="834300"/>
            </a:xfrm>
          </p:grpSpPr>
          <p:sp>
            <p:nvSpPr>
              <p:cNvPr id="309" name="Google Shape;309;p23"/>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3"/>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3"/>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3"/>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13" name="Google Shape;313;p23"/>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8000"/>
              <a:buNone/>
              <a:defRPr sz="8000">
                <a:solidFill>
                  <a:schemeClr val="lt1"/>
                </a:solidFill>
              </a:defRPr>
            </a:lvl1pPr>
            <a:lvl2pPr lvl="1" algn="ctr" rtl="0">
              <a:spcBef>
                <a:spcPts val="0"/>
              </a:spcBef>
              <a:spcAft>
                <a:spcPts val="0"/>
              </a:spcAft>
              <a:buClr>
                <a:schemeClr val="lt1"/>
              </a:buClr>
              <a:buSzPts val="8000"/>
              <a:buNone/>
              <a:defRPr sz="8000">
                <a:solidFill>
                  <a:schemeClr val="lt1"/>
                </a:solidFill>
              </a:defRPr>
            </a:lvl2pPr>
            <a:lvl3pPr lvl="2" algn="ctr" rtl="0">
              <a:spcBef>
                <a:spcPts val="0"/>
              </a:spcBef>
              <a:spcAft>
                <a:spcPts val="0"/>
              </a:spcAft>
              <a:buClr>
                <a:schemeClr val="lt1"/>
              </a:buClr>
              <a:buSzPts val="8000"/>
              <a:buNone/>
              <a:defRPr sz="8000">
                <a:solidFill>
                  <a:schemeClr val="lt1"/>
                </a:solidFill>
              </a:defRPr>
            </a:lvl3pPr>
            <a:lvl4pPr lvl="3" algn="ctr" rtl="0">
              <a:spcBef>
                <a:spcPts val="0"/>
              </a:spcBef>
              <a:spcAft>
                <a:spcPts val="0"/>
              </a:spcAft>
              <a:buClr>
                <a:schemeClr val="lt1"/>
              </a:buClr>
              <a:buSzPts val="8000"/>
              <a:buNone/>
              <a:defRPr sz="8000">
                <a:solidFill>
                  <a:schemeClr val="lt1"/>
                </a:solidFill>
              </a:defRPr>
            </a:lvl4pPr>
            <a:lvl5pPr lvl="4" algn="ctr" rtl="0">
              <a:spcBef>
                <a:spcPts val="0"/>
              </a:spcBef>
              <a:spcAft>
                <a:spcPts val="0"/>
              </a:spcAft>
              <a:buClr>
                <a:schemeClr val="lt1"/>
              </a:buClr>
              <a:buSzPts val="8000"/>
              <a:buNone/>
              <a:defRPr sz="8000">
                <a:solidFill>
                  <a:schemeClr val="lt1"/>
                </a:solidFill>
              </a:defRPr>
            </a:lvl5pPr>
            <a:lvl6pPr lvl="5" algn="ctr" rtl="0">
              <a:spcBef>
                <a:spcPts val="0"/>
              </a:spcBef>
              <a:spcAft>
                <a:spcPts val="0"/>
              </a:spcAft>
              <a:buClr>
                <a:schemeClr val="lt1"/>
              </a:buClr>
              <a:buSzPts val="8000"/>
              <a:buNone/>
              <a:defRPr sz="8000">
                <a:solidFill>
                  <a:schemeClr val="lt1"/>
                </a:solidFill>
              </a:defRPr>
            </a:lvl6pPr>
            <a:lvl7pPr lvl="6" algn="ctr" rtl="0">
              <a:spcBef>
                <a:spcPts val="0"/>
              </a:spcBef>
              <a:spcAft>
                <a:spcPts val="0"/>
              </a:spcAft>
              <a:buClr>
                <a:schemeClr val="lt1"/>
              </a:buClr>
              <a:buSzPts val="8000"/>
              <a:buNone/>
              <a:defRPr sz="8000">
                <a:solidFill>
                  <a:schemeClr val="lt1"/>
                </a:solidFill>
              </a:defRPr>
            </a:lvl7pPr>
            <a:lvl8pPr lvl="7" algn="ctr" rtl="0">
              <a:spcBef>
                <a:spcPts val="0"/>
              </a:spcBef>
              <a:spcAft>
                <a:spcPts val="0"/>
              </a:spcAft>
              <a:buClr>
                <a:schemeClr val="lt1"/>
              </a:buClr>
              <a:buSzPts val="8000"/>
              <a:buNone/>
              <a:defRPr sz="8000">
                <a:solidFill>
                  <a:schemeClr val="lt1"/>
                </a:solidFill>
              </a:defRPr>
            </a:lvl8pPr>
            <a:lvl9pPr lvl="8" algn="ctr" rtl="0">
              <a:spcBef>
                <a:spcPts val="0"/>
              </a:spcBef>
              <a:spcAft>
                <a:spcPts val="0"/>
              </a:spcAft>
              <a:buClr>
                <a:schemeClr val="lt1"/>
              </a:buClr>
              <a:buSzPts val="8000"/>
              <a:buNone/>
              <a:defRPr sz="8000">
                <a:solidFill>
                  <a:schemeClr val="lt1"/>
                </a:solidFill>
              </a:defRPr>
            </a:lvl9pPr>
          </a:lstStyle>
          <a:p>
            <a:r>
              <a:t>xx%</a:t>
            </a:r>
          </a:p>
        </p:txBody>
      </p:sp>
      <p:sp>
        <p:nvSpPr>
          <p:cNvPr id="314" name="Google Shape;314;p23"/>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rtl="0">
              <a:spcBef>
                <a:spcPts val="0"/>
              </a:spcBef>
              <a:spcAft>
                <a:spcPts val="0"/>
              </a:spcAft>
              <a:buClr>
                <a:schemeClr val="lt1"/>
              </a:buClr>
              <a:buSzPts val="1300"/>
              <a:buChar char="●"/>
              <a:defRPr>
                <a:solidFill>
                  <a:schemeClr val="lt1"/>
                </a:solidFill>
              </a:defRPr>
            </a:lvl1pPr>
            <a:lvl2pPr marL="914400" lvl="1" indent="-298450" algn="ctr" rtl="0">
              <a:spcBef>
                <a:spcPts val="0"/>
              </a:spcBef>
              <a:spcAft>
                <a:spcPts val="0"/>
              </a:spcAft>
              <a:buClr>
                <a:schemeClr val="lt1"/>
              </a:buClr>
              <a:buSzPts val="1100"/>
              <a:buChar char="○"/>
              <a:defRPr>
                <a:solidFill>
                  <a:schemeClr val="lt1"/>
                </a:solidFill>
              </a:defRPr>
            </a:lvl2pPr>
            <a:lvl3pPr marL="1371600" lvl="2" indent="-298450" algn="ctr" rtl="0">
              <a:spcBef>
                <a:spcPts val="0"/>
              </a:spcBef>
              <a:spcAft>
                <a:spcPts val="0"/>
              </a:spcAft>
              <a:buClr>
                <a:schemeClr val="lt1"/>
              </a:buClr>
              <a:buSzPts val="1100"/>
              <a:buChar char="■"/>
              <a:defRPr>
                <a:solidFill>
                  <a:schemeClr val="lt1"/>
                </a:solidFill>
              </a:defRPr>
            </a:lvl3pPr>
            <a:lvl4pPr marL="1828800" lvl="3" indent="-298450" algn="ctr" rtl="0">
              <a:spcBef>
                <a:spcPts val="0"/>
              </a:spcBef>
              <a:spcAft>
                <a:spcPts val="0"/>
              </a:spcAft>
              <a:buClr>
                <a:schemeClr val="lt1"/>
              </a:buClr>
              <a:buSzPts val="1100"/>
              <a:buChar char="●"/>
              <a:defRPr>
                <a:solidFill>
                  <a:schemeClr val="lt1"/>
                </a:solidFill>
              </a:defRPr>
            </a:lvl4pPr>
            <a:lvl5pPr marL="2286000" lvl="4" indent="-298450" algn="ctr" rtl="0">
              <a:spcBef>
                <a:spcPts val="0"/>
              </a:spcBef>
              <a:spcAft>
                <a:spcPts val="0"/>
              </a:spcAft>
              <a:buClr>
                <a:schemeClr val="lt1"/>
              </a:buClr>
              <a:buSzPts val="1100"/>
              <a:buChar char="○"/>
              <a:defRPr>
                <a:solidFill>
                  <a:schemeClr val="lt1"/>
                </a:solidFill>
              </a:defRPr>
            </a:lvl5pPr>
            <a:lvl6pPr marL="2743200" lvl="5" indent="-298450" algn="ctr" rtl="0">
              <a:spcBef>
                <a:spcPts val="0"/>
              </a:spcBef>
              <a:spcAft>
                <a:spcPts val="0"/>
              </a:spcAft>
              <a:buClr>
                <a:schemeClr val="lt1"/>
              </a:buClr>
              <a:buSzPts val="1100"/>
              <a:buChar char="■"/>
              <a:defRPr>
                <a:solidFill>
                  <a:schemeClr val="lt1"/>
                </a:solidFill>
              </a:defRPr>
            </a:lvl6pPr>
            <a:lvl7pPr marL="3200400" lvl="6" indent="-298450" algn="ctr" rtl="0">
              <a:spcBef>
                <a:spcPts val="0"/>
              </a:spcBef>
              <a:spcAft>
                <a:spcPts val="0"/>
              </a:spcAft>
              <a:buClr>
                <a:schemeClr val="lt1"/>
              </a:buClr>
              <a:buSzPts val="1100"/>
              <a:buChar char="●"/>
              <a:defRPr>
                <a:solidFill>
                  <a:schemeClr val="lt1"/>
                </a:solidFill>
              </a:defRPr>
            </a:lvl7pPr>
            <a:lvl8pPr marL="3657600" lvl="7" indent="-298450" algn="ctr" rtl="0">
              <a:spcBef>
                <a:spcPts val="0"/>
              </a:spcBef>
              <a:spcAft>
                <a:spcPts val="0"/>
              </a:spcAft>
              <a:buClr>
                <a:schemeClr val="lt1"/>
              </a:buClr>
              <a:buSzPts val="1100"/>
              <a:buChar char="○"/>
              <a:defRPr>
                <a:solidFill>
                  <a:schemeClr val="lt1"/>
                </a:solidFill>
              </a:defRPr>
            </a:lvl8pPr>
            <a:lvl9pPr marL="4114800" lvl="8" indent="-298450" algn="ctr" rtl="0">
              <a:spcBef>
                <a:spcPts val="0"/>
              </a:spcBef>
              <a:spcAft>
                <a:spcPts val="0"/>
              </a:spcAft>
              <a:buClr>
                <a:schemeClr val="lt1"/>
              </a:buClr>
              <a:buSzPts val="1100"/>
              <a:buChar char="■"/>
              <a:defRPr>
                <a:solidFill>
                  <a:schemeClr val="lt1"/>
                </a:solidFill>
              </a:defRPr>
            </a:lvl9pPr>
          </a:lstStyle>
          <a:p>
            <a:endParaRPr/>
          </a:p>
        </p:txBody>
      </p:sp>
      <p:sp>
        <p:nvSpPr>
          <p:cNvPr id="315" name="Google Shape;315;p2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6"/>
        <p:cNvGrpSpPr/>
        <p:nvPr/>
      </p:nvGrpSpPr>
      <p:grpSpPr>
        <a:xfrm>
          <a:off x="0" y="0"/>
          <a:ext cx="0" cy="0"/>
          <a:chOff x="0" y="0"/>
          <a:chExt cx="0" cy="0"/>
        </a:xfrm>
      </p:grpSpPr>
      <p:sp>
        <p:nvSpPr>
          <p:cNvPr id="317" name="Google Shape;317;p2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rtl="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53" name="Google Shape;53;p13"/>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rtl="0">
              <a:buNone/>
              <a:defRPr sz="900">
                <a:solidFill>
                  <a:schemeClr val="dk2"/>
                </a:solidFill>
                <a:latin typeface="Nunito"/>
                <a:ea typeface="Nunito"/>
                <a:cs typeface="Nunito"/>
                <a:sym typeface="Nunito"/>
              </a:defRPr>
            </a:lvl1pPr>
            <a:lvl2pPr lvl="1" algn="r" rtl="0">
              <a:buNone/>
              <a:defRPr sz="900">
                <a:solidFill>
                  <a:schemeClr val="dk2"/>
                </a:solidFill>
                <a:latin typeface="Nunito"/>
                <a:ea typeface="Nunito"/>
                <a:cs typeface="Nunito"/>
                <a:sym typeface="Nunito"/>
              </a:defRPr>
            </a:lvl2pPr>
            <a:lvl3pPr lvl="2" algn="r" rtl="0">
              <a:buNone/>
              <a:defRPr sz="900">
                <a:solidFill>
                  <a:schemeClr val="dk2"/>
                </a:solidFill>
                <a:latin typeface="Nunito"/>
                <a:ea typeface="Nunito"/>
                <a:cs typeface="Nunito"/>
                <a:sym typeface="Nunito"/>
              </a:defRPr>
            </a:lvl3pPr>
            <a:lvl4pPr lvl="3" algn="r" rtl="0">
              <a:buNone/>
              <a:defRPr sz="900">
                <a:solidFill>
                  <a:schemeClr val="dk2"/>
                </a:solidFill>
                <a:latin typeface="Nunito"/>
                <a:ea typeface="Nunito"/>
                <a:cs typeface="Nunito"/>
                <a:sym typeface="Nunito"/>
              </a:defRPr>
            </a:lvl4pPr>
            <a:lvl5pPr lvl="4" algn="r" rtl="0">
              <a:buNone/>
              <a:defRPr sz="900">
                <a:solidFill>
                  <a:schemeClr val="dk2"/>
                </a:solidFill>
                <a:latin typeface="Nunito"/>
                <a:ea typeface="Nunito"/>
                <a:cs typeface="Nunito"/>
                <a:sym typeface="Nunito"/>
              </a:defRPr>
            </a:lvl5pPr>
            <a:lvl6pPr lvl="5" algn="r" rtl="0">
              <a:buNone/>
              <a:defRPr sz="900">
                <a:solidFill>
                  <a:schemeClr val="dk2"/>
                </a:solidFill>
                <a:latin typeface="Nunito"/>
                <a:ea typeface="Nunito"/>
                <a:cs typeface="Nunito"/>
                <a:sym typeface="Nunito"/>
              </a:defRPr>
            </a:lvl6pPr>
            <a:lvl7pPr lvl="6" algn="r" rtl="0">
              <a:buNone/>
              <a:defRPr sz="900">
                <a:solidFill>
                  <a:schemeClr val="dk2"/>
                </a:solidFill>
                <a:latin typeface="Nunito"/>
                <a:ea typeface="Nunito"/>
                <a:cs typeface="Nunito"/>
                <a:sym typeface="Nunito"/>
              </a:defRPr>
            </a:lvl7pPr>
            <a:lvl8pPr lvl="7" algn="r" rtl="0">
              <a:buNone/>
              <a:defRPr sz="900">
                <a:solidFill>
                  <a:schemeClr val="dk2"/>
                </a:solidFill>
                <a:latin typeface="Nunito"/>
                <a:ea typeface="Nunito"/>
                <a:cs typeface="Nunito"/>
                <a:sym typeface="Nunito"/>
              </a:defRPr>
            </a:lvl8pPr>
            <a:lvl9pPr lvl="8" algn="r" rtl="0">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5"/>
          <p:cNvSpPr txBox="1">
            <a:spLocks noGrp="1"/>
          </p:cNvSpPr>
          <p:nvPr>
            <p:ph type="title"/>
          </p:nvPr>
        </p:nvSpPr>
        <p:spPr>
          <a:xfrm>
            <a:off x="311700" y="445025"/>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 dirty="0"/>
              <a:t>Project 2 Declaration</a:t>
            </a:r>
            <a:endParaRPr lang="en-US" dirty="0"/>
          </a:p>
        </p:txBody>
      </p:sp>
      <p:sp>
        <p:nvSpPr>
          <p:cNvPr id="323" name="Google Shape;323;p25"/>
          <p:cNvSpPr txBox="1">
            <a:spLocks noGrp="1"/>
          </p:cNvSpPr>
          <p:nvPr>
            <p:ph type="body" idx="4294967295"/>
          </p:nvPr>
        </p:nvSpPr>
        <p:spPr>
          <a:xfrm>
            <a:off x="311700" y="1208225"/>
            <a:ext cx="5697720" cy="3264408"/>
          </a:xfrm>
        </p:spPr>
        <p:txBody>
          <a:bodyPr spcFirstLastPara="1" lIns="91425" tIns="91425" rIns="91425" bIns="91425" anchor="t" anchorCtr="0">
            <a:normAutofit/>
          </a:bodyPr>
          <a:lstStyle/>
          <a:p>
            <a:pPr marL="0" lvl="0" indent="0">
              <a:lnSpc>
                <a:spcPct val="105000"/>
              </a:lnSpc>
              <a:spcAft>
                <a:spcPts val="600"/>
              </a:spcAft>
              <a:buClr>
                <a:srgbClr val="000000"/>
              </a:buClr>
              <a:buFont typeface="Arial"/>
              <a:buNone/>
            </a:pPr>
            <a:r>
              <a:rPr lang="en-US" sz="1200" b="1" i="0" u="none" strike="noStrike" cap="none" dirty="0"/>
              <a:t>Project Title</a:t>
            </a:r>
            <a:r>
              <a:rPr lang="en-US" sz="1200" b="0" i="0" u="none" strike="noStrike" cap="none" dirty="0"/>
              <a:t>: Mangrove Mysteries</a:t>
            </a:r>
          </a:p>
          <a:p>
            <a:pPr marL="0" lvl="0" indent="0">
              <a:lnSpc>
                <a:spcPct val="105000"/>
              </a:lnSpc>
              <a:spcAft>
                <a:spcPts val="600"/>
              </a:spcAft>
              <a:buClr>
                <a:srgbClr val="000000"/>
              </a:buClr>
              <a:buFont typeface="Arial"/>
              <a:buNone/>
            </a:pPr>
            <a:r>
              <a:rPr lang="en-US" sz="1200" b="1" i="0" u="none" strike="noStrike" cap="none" dirty="0"/>
              <a:t>Team Members</a:t>
            </a:r>
            <a:r>
              <a:rPr lang="en-US" sz="1200" b="0" i="0" u="none" strike="noStrike" cap="none" dirty="0"/>
              <a:t>: Kaden Luangsouphom, Kara Galley, David </a:t>
            </a:r>
            <a:r>
              <a:rPr lang="en-US" sz="1200" b="0" i="0" u="none" strike="noStrike" cap="none" dirty="0" err="1"/>
              <a:t>Erulker</a:t>
            </a:r>
            <a:r>
              <a:rPr lang="en-US" sz="1200" b="0" i="0" u="none" strike="noStrike" cap="none" dirty="0"/>
              <a:t>, Ruhi Reddy</a:t>
            </a:r>
          </a:p>
          <a:p>
            <a:pPr marL="0" lvl="0" indent="0">
              <a:lnSpc>
                <a:spcPct val="105000"/>
              </a:lnSpc>
              <a:spcAft>
                <a:spcPts val="600"/>
              </a:spcAft>
              <a:buClr>
                <a:srgbClr val="000000"/>
              </a:buClr>
              <a:buFont typeface="Arial"/>
              <a:buNone/>
            </a:pPr>
            <a:r>
              <a:rPr lang="en-US" sz="1200" b="1" i="0" u="none" strike="noStrike" cap="none" dirty="0"/>
              <a:t>Theme/Experience of the Project</a:t>
            </a:r>
            <a:r>
              <a:rPr lang="en-US" sz="1200" b="0" i="0" u="none" strike="noStrike" cap="none" dirty="0"/>
              <a:t>: Mangrove Mysteries is an immersive VR exploration set on a mangrove beach, designed to highlight the beauty and biodiversity of the ecosystem through realistic ambient soundscapes and visual wildlife encounters. As users wander the environment, they uncover hidden trash items and locate endangered species, turning exploration into a conservation-focused scavenger hunt. The goal is to create a relaxing, awe-inspiring experience that also builds awareness of environmental responsibility.</a:t>
            </a:r>
          </a:p>
          <a:p>
            <a:pPr marL="0" lvl="0" indent="0">
              <a:lnSpc>
                <a:spcPct val="105000"/>
              </a:lnSpc>
              <a:spcAft>
                <a:spcPts val="600"/>
              </a:spcAft>
              <a:buClr>
                <a:srgbClr val="000000"/>
              </a:buClr>
              <a:buFont typeface="Arial"/>
              <a:buNone/>
            </a:pPr>
            <a:r>
              <a:rPr lang="en-US" sz="1200" b="1" i="0" u="none" strike="noStrike" cap="none" dirty="0"/>
              <a:t>Audience</a:t>
            </a:r>
            <a:r>
              <a:rPr lang="en-US" sz="1200" b="0" i="0" u="none" strike="noStrike" cap="none" dirty="0"/>
              <a:t>: Anyone interested/familiar with beach and wildlife conservation</a:t>
            </a:r>
          </a:p>
          <a:p>
            <a:pPr marL="0" lvl="0" indent="0">
              <a:lnSpc>
                <a:spcPct val="105000"/>
              </a:lnSpc>
              <a:spcAft>
                <a:spcPts val="600"/>
              </a:spcAft>
              <a:buClr>
                <a:srgbClr val="000000"/>
              </a:buClr>
              <a:buFont typeface="Arial"/>
              <a:buNone/>
            </a:pPr>
            <a:r>
              <a:rPr lang="en-US" sz="1200" b="1" i="0" u="none" strike="noStrike" cap="none" dirty="0"/>
              <a:t>Expected Outcomes (how are you measuring success?): </a:t>
            </a:r>
            <a:r>
              <a:rPr lang="en-US" sz="1200" b="0" i="0" u="sng" strike="noStrike" cap="none" dirty="0"/>
              <a:t>Engagement</a:t>
            </a:r>
            <a:r>
              <a:rPr lang="en-US" sz="1200" b="0" i="0" u="none" strike="noStrike" cap="none" dirty="0"/>
              <a:t> with the environment, </a:t>
            </a:r>
            <a:r>
              <a:rPr lang="en-US" sz="1200" b="0" i="0" u="sng" strike="noStrike" cap="none" dirty="0"/>
              <a:t>educating</a:t>
            </a:r>
            <a:r>
              <a:rPr lang="en-US" sz="1200" b="0" i="0" u="none" strike="noStrike" cap="none" dirty="0"/>
              <a:t> users about local wildlife and the importance of a clean environment, </a:t>
            </a:r>
            <a:r>
              <a:rPr lang="en-US" sz="1200" i="0" u="sng" strike="noStrike" cap="none" dirty="0"/>
              <a:t>relaxation</a:t>
            </a:r>
            <a:r>
              <a:rPr lang="en-US" sz="1200" b="0" i="0" u="none" strike="noStrike" cap="none" dirty="0"/>
              <a:t> with visual and audio effects.</a:t>
            </a:r>
          </a:p>
        </p:txBody>
      </p:sp>
      <p:pic>
        <p:nvPicPr>
          <p:cNvPr id="1030" name="Picture 6" descr="Beautiful Mangrove Beach Stock Photos ...">
            <a:extLst>
              <a:ext uri="{FF2B5EF4-FFF2-40B4-BE49-F238E27FC236}">
                <a16:creationId xmlns:a16="http://schemas.microsoft.com/office/drawing/2014/main" id="{453FB8D7-F722-B77F-F997-4473535C5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9" r="45880" b="-2"/>
          <a:stretch>
            <a:fillRect/>
          </a:stretch>
        </p:blipFill>
        <p:spPr bwMode="auto">
          <a:xfrm>
            <a:off x="6390420" y="1208225"/>
            <a:ext cx="2441879" cy="3264408"/>
          </a:xfrm>
          <a:prstGeom prst="rect">
            <a:avLst/>
          </a:prstGeom>
          <a:noFill/>
          <a:ln>
            <a:no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148</Words>
  <Application>Microsoft Macintosh PowerPoint</Application>
  <PresentationFormat>On-screen Show (16:9)</PresentationFormat>
  <Paragraphs>6</Paragraphs>
  <Slides>1</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vt:i4>
      </vt:variant>
    </vt:vector>
  </HeadingPairs>
  <TitlesOfParts>
    <vt:vector size="6" baseType="lpstr">
      <vt:lpstr>Arial</vt:lpstr>
      <vt:lpstr>Maven Pro</vt:lpstr>
      <vt:lpstr>Nunito</vt:lpstr>
      <vt:lpstr>Simple Light</vt:lpstr>
      <vt:lpstr>Momentum</vt:lpstr>
      <vt:lpstr>Project 2 Declaration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Kaden L.</cp:lastModifiedBy>
  <cp:revision>4</cp:revision>
  <dcterms:modified xsi:type="dcterms:W3CDTF">2026-02-22T22:37:53Z</dcterms:modified>
</cp:coreProperties>
</file>